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0C4D99-D66E-438C-BA53-0DC8A4B15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6C9A0C3-5EB9-F9B9-5DCA-D30EBBC3C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3491EB4-B89D-CCD1-421A-DF4D3777D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8FB065-19C6-0C6C-6B7B-54F0943A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2729DFA-6357-4321-196C-B85B4E7A3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3331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D387BE-9507-32D4-96F8-E8F21B14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7386DB2-929F-BED8-571E-90BBFDE1CE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B618A3-68F7-2693-852B-AA768D82F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383E0A-53F2-8027-DAC5-A5F193C3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FB4AE2-5A24-B967-FEFA-4D33E67A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355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16C25A-3682-8840-801A-6ED24E3D4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966B8CC-E500-A809-F651-76BB55AAD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50E3E5-F134-6410-6F3C-8EFB0954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1F2EB3-AF57-93CC-A4F5-4E876B4A1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C9A0D2-9184-09E5-6F26-F2044D3E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503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30DAA6-7E90-BED3-88C8-8C1C0DFF0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674FAA-98CD-D0D8-5EBD-84FD46518A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95961B9-6643-EBCE-F9F5-E76E7551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9EA0D2A-3BA2-B183-D120-6300180A0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F17C0AC-A4BA-46E5-6B9B-461C348D1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B8D0A2E-E299-69D4-3A08-77CD808C7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742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23D9DB-A4CC-0FE9-DE2F-9D35E6F11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3BF92DB-7604-88C2-FA2A-64B595B9E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B295F8A-1544-E03C-E89F-29E99E2B37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206DC84-43D1-6AE9-07DB-9D58AC252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5FB1C1D-C152-780E-139B-0D8602B89B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AEA99D0-445E-BD95-104E-3D4AC22BB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6F0AF86-8F93-C365-4CF7-92B9E533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CAF617D-0374-27A6-882B-AD0FAB86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6481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9A026E-105C-DE61-0BD4-7A3989AD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EB86394-20FD-DF8B-C5CC-650B67C93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EF8DAD6-7F4E-3E02-4FD4-5B81D1F0C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685EA84-B561-7D5D-DC82-FF773615E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1572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BB6552F-1D22-9738-745A-B661A081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F105974-36BF-EE46-5821-B42C2B978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FE7CFDB-48CD-C155-146A-3F712AE01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0750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B6D76D-D591-85A5-4E3D-FB518610F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A5694D-DDB3-863C-14DF-A982B3911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AF482C7-B8F7-7CC6-86E5-227A5918E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BA7444-8975-9FC3-E9A2-8A95F9F92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671EBF-FE12-FD3D-FD6A-0B0D12390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E831306-E221-EB20-A6D9-05FDB9CC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7648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C79A5B-961A-3ADE-078A-9B3540F93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9DCE3EE-FEBA-B776-577B-868188237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528454-F1F3-5CA0-0D80-5B2B026E7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CF729C4-958B-DB06-6D12-7392D3EDF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38EFBBB-2167-32A1-3359-5A6BD8B2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E5F84C8-F2BC-C55C-5B12-F816241F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123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59688-8234-52A6-8C23-6345CAFA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4755FCE-B130-D59C-6853-355CD0627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13E0A5-D5D3-6D86-4E3D-53057287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FA69D7-D9B9-EB8A-065F-F3E203C17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DC017E-D0EF-6AEA-D82A-E0142748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551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0074A80-5789-52AC-FB9B-8F292507D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35D1AE9-7FFA-7DDD-173D-9E7153CE4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C8BFA9-75AD-6812-1A48-FE67F785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630EEC-1AF5-196B-BA21-5DBD39BE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A9EA8A-0693-00FE-CC43-2351A219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6527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7A0BC06A-4BD2-4B4F-A29D-BF70C2522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0FC30B6-D4C7-6D7B-E24A-4907957BC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7DEE10D-3ACF-2349-682B-7839C9B74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9C408-4100-405A-A39B-59179C8361B0}" type="datetimeFigureOut">
              <a:rPr lang="it-IT" smtClean="0"/>
              <a:t>22/04/2026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E9FB058-0488-3394-6B4C-0B8611052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74EDFD-59F2-2FFD-5FC5-D53C5A5CF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17290-5038-454C-8ED4-E861E4F6D5E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013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8805B6DF-3B37-EA30-ECBC-87B3D2785029}"/>
              </a:ext>
            </a:extLst>
          </p:cNvPr>
          <p:cNvSpPr txBox="1"/>
          <p:nvPr/>
        </p:nvSpPr>
        <p:spPr>
          <a:xfrm>
            <a:off x="1033463" y="595313"/>
            <a:ext cx="257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Nome =‘’Carlo’’</a:t>
            </a:r>
          </a:p>
        </p:txBody>
      </p:sp>
      <p:sp>
        <p:nvSpPr>
          <p:cNvPr id="5" name="Ovale 4">
            <a:extLst>
              <a:ext uri="{FF2B5EF4-FFF2-40B4-BE49-F238E27FC236}">
                <a16:creationId xmlns:a16="http://schemas.microsoft.com/office/drawing/2014/main" id="{2AEE7070-085F-CFF6-3ACE-7B5119B035E2}"/>
              </a:ext>
            </a:extLst>
          </p:cNvPr>
          <p:cNvSpPr/>
          <p:nvPr/>
        </p:nvSpPr>
        <p:spPr>
          <a:xfrm>
            <a:off x="4900613" y="900112"/>
            <a:ext cx="2790825" cy="10906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a4adf4556777</a:t>
            </a: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AEBA05B5-273D-FD19-5A2F-7458647219D3}"/>
              </a:ext>
            </a:extLst>
          </p:cNvPr>
          <p:cNvCxnSpPr>
            <a:endCxn id="5" idx="2"/>
          </p:cNvCxnSpPr>
          <p:nvPr/>
        </p:nvCxnSpPr>
        <p:spPr>
          <a:xfrm>
            <a:off x="2981325" y="914400"/>
            <a:ext cx="1919288" cy="531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25E36ACB-7AE6-EFA2-0808-B4131C40AB2A}"/>
              </a:ext>
            </a:extLst>
          </p:cNvPr>
          <p:cNvCxnSpPr>
            <a:stCxn id="5" idx="6"/>
          </p:cNvCxnSpPr>
          <p:nvPr/>
        </p:nvCxnSpPr>
        <p:spPr>
          <a:xfrm flipV="1">
            <a:off x="7691438" y="1033463"/>
            <a:ext cx="781050" cy="4119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665ECC1-9A21-47AA-6003-5D7797C9C864}"/>
              </a:ext>
            </a:extLst>
          </p:cNvPr>
          <p:cNvSpPr txBox="1"/>
          <p:nvPr/>
        </p:nvSpPr>
        <p:spPr>
          <a:xfrm>
            <a:off x="8586788" y="779979"/>
            <a:ext cx="137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‘’Carlo’’</a:t>
            </a:r>
          </a:p>
        </p:txBody>
      </p: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8952B829-3519-8FAF-E027-C9E210DFE7A5}"/>
              </a:ext>
            </a:extLst>
          </p:cNvPr>
          <p:cNvCxnSpPr>
            <a:stCxn id="5" idx="4"/>
          </p:cNvCxnSpPr>
          <p:nvPr/>
        </p:nvCxnSpPr>
        <p:spPr>
          <a:xfrm>
            <a:off x="6296026" y="1990725"/>
            <a:ext cx="338137" cy="433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42E9D7D-C94F-E9D3-C542-6651F7DD74D6}"/>
              </a:ext>
            </a:extLst>
          </p:cNvPr>
          <p:cNvSpPr txBox="1"/>
          <p:nvPr/>
        </p:nvSpPr>
        <p:spPr>
          <a:xfrm>
            <a:off x="6896100" y="2295525"/>
            <a:ext cx="1947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Etichetta: Nome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1467702C-CAB3-ADA6-BFEB-7565DDAB8CA5}"/>
              </a:ext>
            </a:extLst>
          </p:cNvPr>
          <p:cNvSpPr txBox="1"/>
          <p:nvPr/>
        </p:nvSpPr>
        <p:spPr>
          <a:xfrm>
            <a:off x="1033462" y="1357313"/>
            <a:ext cx="2105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Nome =‘’Giorgio’’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017634D1-903B-8C63-6C90-7F5402DB4870}"/>
              </a:ext>
            </a:extLst>
          </p:cNvPr>
          <p:cNvSpPr/>
          <p:nvPr/>
        </p:nvSpPr>
        <p:spPr>
          <a:xfrm>
            <a:off x="4486275" y="3274219"/>
            <a:ext cx="3205163" cy="10906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bbbaaddff33344df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B7CA1301-097C-D6C7-3469-ED2C4412DB3A}"/>
              </a:ext>
            </a:extLst>
          </p:cNvPr>
          <p:cNvCxnSpPr>
            <a:stCxn id="15" idx="6"/>
          </p:cNvCxnSpPr>
          <p:nvPr/>
        </p:nvCxnSpPr>
        <p:spPr>
          <a:xfrm flipV="1">
            <a:off x="7691438" y="3714750"/>
            <a:ext cx="895350" cy="104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6A4D152-8CBB-6B93-26F3-FAC89E75CFEA}"/>
              </a:ext>
            </a:extLst>
          </p:cNvPr>
          <p:cNvSpPr txBox="1"/>
          <p:nvPr/>
        </p:nvSpPr>
        <p:spPr>
          <a:xfrm>
            <a:off x="8748713" y="3533775"/>
            <a:ext cx="1309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‘’Giorgio’’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4A4081F1-E736-270E-E382-80E2DF496E2F}"/>
              </a:ext>
            </a:extLst>
          </p:cNvPr>
          <p:cNvCxnSpPr>
            <a:stCxn id="15" idx="4"/>
          </p:cNvCxnSpPr>
          <p:nvPr/>
        </p:nvCxnSpPr>
        <p:spPr>
          <a:xfrm>
            <a:off x="6088857" y="4364832"/>
            <a:ext cx="707231" cy="4262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4F02A48-A7B3-B270-DAD9-3ED29E19217A}"/>
              </a:ext>
            </a:extLst>
          </p:cNvPr>
          <p:cNvSpPr txBox="1"/>
          <p:nvPr/>
        </p:nvSpPr>
        <p:spPr>
          <a:xfrm>
            <a:off x="6896100" y="4648200"/>
            <a:ext cx="2233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Etichetta:Nome</a:t>
            </a:r>
            <a:endParaRPr lang="it-IT" dirty="0"/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A22EAA43-61DF-1C4D-1C2D-6B6F7B093212}"/>
              </a:ext>
            </a:extLst>
          </p:cNvPr>
          <p:cNvCxnSpPr>
            <a:stCxn id="14" idx="3"/>
            <a:endCxn id="15" idx="0"/>
          </p:cNvCxnSpPr>
          <p:nvPr/>
        </p:nvCxnSpPr>
        <p:spPr>
          <a:xfrm>
            <a:off x="3138487" y="1541979"/>
            <a:ext cx="2950370" cy="17322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4849F35F-CC77-7399-4E8C-60C2D1DE661E}"/>
              </a:ext>
            </a:extLst>
          </p:cNvPr>
          <p:cNvCxnSpPr/>
          <p:nvPr/>
        </p:nvCxnSpPr>
        <p:spPr>
          <a:xfrm flipV="1">
            <a:off x="6896100" y="2295525"/>
            <a:ext cx="1790700" cy="5000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13EE1FEF-017B-DD90-B077-25E17600C942}"/>
              </a:ext>
            </a:extLst>
          </p:cNvPr>
          <p:cNvCxnSpPr/>
          <p:nvPr/>
        </p:nvCxnSpPr>
        <p:spPr>
          <a:xfrm>
            <a:off x="7005638" y="2128838"/>
            <a:ext cx="1743075" cy="7048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62A70C6-B757-4AAA-9427-CF76B90FEE63}"/>
              </a:ext>
            </a:extLst>
          </p:cNvPr>
          <p:cNvSpPr txBox="1"/>
          <p:nvPr/>
        </p:nvSpPr>
        <p:spPr>
          <a:xfrm>
            <a:off x="1400175" y="5438775"/>
            <a:ext cx="2728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TUTTO E’ UN OGGETTO</a:t>
            </a:r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70C715CE-3B73-2C64-76D9-038CD2CFAE2F}"/>
              </a:ext>
            </a:extLst>
          </p:cNvPr>
          <p:cNvCxnSpPr/>
          <p:nvPr/>
        </p:nvCxnSpPr>
        <p:spPr>
          <a:xfrm>
            <a:off x="4433888" y="495300"/>
            <a:ext cx="4762500" cy="1800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2FD74B42-6CEA-2B87-3754-43D4F92ADE84}"/>
              </a:ext>
            </a:extLst>
          </p:cNvPr>
          <p:cNvCxnSpPr/>
          <p:nvPr/>
        </p:nvCxnSpPr>
        <p:spPr>
          <a:xfrm flipV="1">
            <a:off x="4305300" y="676275"/>
            <a:ext cx="3262313" cy="13144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ttore 2 33">
            <a:extLst>
              <a:ext uri="{FF2B5EF4-FFF2-40B4-BE49-F238E27FC236}">
                <a16:creationId xmlns:a16="http://schemas.microsoft.com/office/drawing/2014/main" id="{A2DBD48A-A1C7-348A-6429-36DC441E864D}"/>
              </a:ext>
            </a:extLst>
          </p:cNvPr>
          <p:cNvCxnSpPr/>
          <p:nvPr/>
        </p:nvCxnSpPr>
        <p:spPr>
          <a:xfrm flipV="1">
            <a:off x="6238875" y="323850"/>
            <a:ext cx="1828800" cy="171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600F6EDD-5681-9141-2AA7-F3FC1B3141E1}"/>
              </a:ext>
            </a:extLst>
          </p:cNvPr>
          <p:cNvSpPr txBox="1"/>
          <p:nvPr/>
        </p:nvSpPr>
        <p:spPr>
          <a:xfrm>
            <a:off x="8177213" y="166688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Garbage Collection</a:t>
            </a:r>
          </a:p>
        </p:txBody>
      </p:sp>
    </p:spTree>
    <p:extLst>
      <p:ext uri="{BB962C8B-B14F-4D97-AF65-F5344CB8AC3E}">
        <p14:creationId xmlns:p14="http://schemas.microsoft.com/office/powerpoint/2010/main" val="17097503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29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2026-04-22T08:34:05Z</dcterms:created>
  <dcterms:modified xsi:type="dcterms:W3CDTF">2026-04-22T13:31:15Z</dcterms:modified>
</cp:coreProperties>
</file>